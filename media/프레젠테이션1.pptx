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2" autoAdjust="0"/>
    <p:restoredTop sz="94660"/>
  </p:normalViewPr>
  <p:slideViewPr>
    <p:cSldViewPr snapToGrid="0">
      <p:cViewPr varScale="1">
        <p:scale>
          <a:sx n="55" d="100"/>
          <a:sy n="55" d="100"/>
        </p:scale>
        <p:origin x="7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54809-DD2F-472C-B96E-11E143173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A10699-A635-4594-BFD5-28BC62EEB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058326-6829-47D5-A88F-F0060AB68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022CA-0FE3-432D-9243-42C32E85EA98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28DC06-6C7B-46DD-B368-62FB6F4D6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CBC31D-FF55-459B-B642-422E5DB22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DC25-10B0-4486-BB28-B6744EEEF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113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60A85-0147-4B20-8446-554E69A75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809368-417D-4701-96A9-251DFD121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CD7A1-F3C5-4B15-9DC8-D3F8DF463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022CA-0FE3-432D-9243-42C32E85EA98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CBB5F1-D43D-4535-93BE-DE347EA5D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C7245C-8102-4D42-B84F-7E0A17ECF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DC25-10B0-4486-BB28-B6744EEEF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125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20E888-238C-47B5-AEC0-BE05BCA36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F59463-182C-41C3-96F2-6B929301B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67B3F-C73F-46FD-BF55-1EB6F51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022CA-0FE3-432D-9243-42C32E85EA98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31E2A5-595F-4482-954A-3C51CD2F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313293-EA46-41E1-8663-A3DF3C5F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DC25-10B0-4486-BB28-B6744EEEF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938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B0B63-0674-412B-BAB4-E9C939AE2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EB1E85-D188-476A-B9DC-5B7D928145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B580C2-B8AB-487D-895E-EC4C0D6A2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004867-9034-463F-A4F7-4EC94AF61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022CA-0FE3-432D-9243-42C32E85EA98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83BE1A-5483-4093-AC71-90A26D39B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1270E5-C4F4-4A3D-B9D7-C3CF2FE45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DC25-10B0-4486-BB28-B6744EEEF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044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22CC5D-4AD0-4829-B2CC-EBAFFEDA1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DEFFE5-182D-4DBE-86E9-D58B78DD7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18925F-3DDA-4DA2-AB42-5E22BECD3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BBB10D3-1592-4FCD-84F5-0511FCEFC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9F90F87-29F6-434F-87B8-69D41C0C1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5827057-1924-4F96-AA7A-9FF3A7A4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022CA-0FE3-432D-9243-42C32E85EA98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EEBDB4F-77C4-4ABE-B04F-9F1D4B6B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44D734E-6E33-4623-8B68-435B6860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DC25-10B0-4486-BB28-B6744EEEF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460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0D48A4-E696-48D5-B43E-F5314EA97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86A723B-30B4-4196-B36C-D5F92570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022CA-0FE3-432D-9243-42C32E85EA98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39194F5-2664-42B5-8230-A3076C816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25413A-AAA4-46C4-BB95-5FEEE8040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DC25-10B0-4486-BB28-B6744EEEF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13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270413A-A9DC-4F6D-A096-E4AA65AF6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022CA-0FE3-432D-9243-42C32E85EA98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3D649AB-5F19-4C13-95AC-162E9062D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BD3C63-5F1E-43DF-A5FD-82539B2F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DC25-10B0-4486-BB28-B6744EEEF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883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5D4721-2DE1-4393-91D2-7944FE168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2C81C1-2FD6-4D4F-8CBC-05C972FAA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DC8DCD-7DA7-4AF2-8A33-FA9BD25DF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D129DC-F46F-4EDB-BAF3-9BF77A9C8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022CA-0FE3-432D-9243-42C32E85EA98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6AE9D7-10A5-4DFB-B45A-EBC47AF8A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144E84-53BA-40FF-AA09-6EF8F4F0D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DC25-10B0-4486-BB28-B6744EEEF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85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A7ECB-6558-4A50-9E47-26AEEBB19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65A5D9D-02E0-4E0C-9E9F-E3DEDBA374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95B3D6-8C81-4D1E-AA61-C623C3094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E2980A-EC61-4C32-8A3B-315310246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022CA-0FE3-432D-9243-42C32E85EA98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A887A1-AEF5-477B-839B-CD42314C4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587E00-8E04-4348-B268-2375CF898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DC25-10B0-4486-BB28-B6744EEEF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414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F5F13-E650-44B8-9CB7-F0794B251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EAF11C-7B8C-4D78-B25C-063840B63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1D6828-3E18-4883-8756-C4724D9EE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022CA-0FE3-432D-9243-42C32E85EA98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5EBF22-D892-4166-9E26-A7A6097EB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76DFDD-0DC8-4E05-9587-8C8092ADC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DC25-10B0-4486-BB28-B6744EEEF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007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1C34C72-4079-416E-A280-2F19673A3A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6943D6-33B7-405A-AF6D-FE627C13F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CCB63-A8C0-40A4-ABD9-C891D25D3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022CA-0FE3-432D-9243-42C32E85EA98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955F64-6F09-4B69-B7F1-FEF2D1E72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29EDC2-8BE2-4204-B286-435FA031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DC25-10B0-4486-BB28-B6744EEEF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3527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86E7BEB-903D-4780-88C6-D8852150B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0EA0C0-AA8A-49F4-96C3-5A93FD7EC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ABB39D-55B4-40D4-99C1-C17FAC704F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022CA-0FE3-432D-9243-42C32E85EA98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6695DB-BFD1-42D9-97E5-54B5512127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194147-4F50-4CB7-BAA9-292C4EF763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8DC25-10B0-4486-BB28-B6744EEEF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584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76C63E0-C663-4684-9B3D-16D8398C06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7685" l="4948" r="90000">
                        <a14:foregroundMark x1="51615" y1="27407" x2="50781" y2="25093"/>
                        <a14:foregroundMark x1="39948" y1="87963" x2="49115" y2="94074"/>
                        <a14:foregroundMark x1="49115" y1="94074" x2="57656" y2="93889"/>
                        <a14:foregroundMark x1="57656" y1="93889" x2="58438" y2="89259"/>
                        <a14:foregroundMark x1="26354" y1="47407" x2="26198" y2="49907"/>
                        <a14:foregroundMark x1="22760" y1="50833" x2="23698" y2="55000"/>
                        <a14:foregroundMark x1="21667" y1="58889" x2="22031" y2="60185"/>
                        <a14:foregroundMark x1="26667" y1="63056" x2="29063" y2="70000"/>
                        <a14:foregroundMark x1="25573" y1="61574" x2="25885" y2="62963"/>
                        <a14:foregroundMark x1="26667" y1="64907" x2="28229" y2="68796"/>
                        <a14:foregroundMark x1="29010" y1="70741" x2="30260" y2="72222"/>
                        <a14:foregroundMark x1="30469" y1="72778" x2="31510" y2="74630"/>
                        <a14:foregroundMark x1="31719" y1="75185" x2="32760" y2="75463"/>
                        <a14:foregroundMark x1="16406" y1="82222" x2="20260" y2="87500"/>
                        <a14:foregroundMark x1="24063" y1="95278" x2="22188" y2="89074"/>
                        <a14:foregroundMark x1="22188" y1="89074" x2="15156" y2="81574"/>
                        <a14:foregroundMark x1="15156" y1="81574" x2="9167" y2="84630"/>
                        <a14:foregroundMark x1="9167" y1="84630" x2="7448" y2="91852"/>
                        <a14:foregroundMark x1="7448" y1="91852" x2="7292" y2="95463"/>
                        <a14:foregroundMark x1="7656" y1="82685" x2="4948" y2="94722"/>
                        <a14:foregroundMark x1="4948" y1="94722" x2="7187" y2="96944"/>
                        <a14:foregroundMark x1="19479" y1="79167" x2="25104" y2="96389"/>
                        <a14:foregroundMark x1="16979" y1="77222" x2="20729" y2="80463"/>
                        <a14:foregroundMark x1="20729" y1="80463" x2="21406" y2="82500"/>
                        <a14:foregroundMark x1="22656" y1="97407" x2="24531" y2="976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06" r="20780"/>
          <a:stretch/>
        </p:blipFill>
        <p:spPr>
          <a:xfrm>
            <a:off x="171450" y="0"/>
            <a:ext cx="94869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458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BFE8BC2-76A6-4782-A075-DA28319894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5741" l="7344" r="90000">
                        <a14:foregroundMark x1="52812" y1="25556" x2="69323" y2="38333"/>
                        <a14:foregroundMark x1="69323" y1="38333" x2="53490" y2="67963"/>
                        <a14:foregroundMark x1="53490" y1="67963" x2="51250" y2="86296"/>
                        <a14:foregroundMark x1="51250" y1="86296" x2="54896" y2="94259"/>
                        <a14:foregroundMark x1="54896" y1="94259" x2="36094" y2="95833"/>
                        <a14:foregroundMark x1="7344" y1="87778" x2="14323" y2="83611"/>
                        <a14:foregroundMark x1="14323" y1="83611" x2="21354" y2="89815"/>
                        <a14:foregroundMark x1="21354" y1="89815" x2="21719" y2="95278"/>
                        <a14:foregroundMark x1="50000" y1="26944" x2="53385" y2="21481"/>
                        <a14:foregroundMark x1="53385" y1="21481" x2="53490" y2="21389"/>
                        <a14:foregroundMark x1="21042" y1="78889" x2="21458" y2="80370"/>
                        <a14:backgroundMark x1="27656" y1="38333" x2="41979" y2="18241"/>
                        <a14:backgroundMark x1="41979" y1="18241" x2="67708" y2="16574"/>
                        <a14:backgroundMark x1="67708" y1="16574" x2="72031" y2="28611"/>
                        <a14:backgroundMark x1="3125" y1="61667" x2="13646" y2="59537"/>
                        <a14:backgroundMark x1="13646" y1="59537" x2="24167" y2="33981"/>
                        <a14:backgroundMark x1="24167" y1="33981" x2="21927" y2="10370"/>
                        <a14:backgroundMark x1="21927" y1="10370" x2="10729" y2="7870"/>
                        <a14:backgroundMark x1="10729" y1="7870" x2="4115" y2="40926"/>
                        <a14:backgroundMark x1="4115" y1="40926" x2="8125" y2="55278"/>
                        <a14:backgroundMark x1="11250" y1="98889" x2="13229" y2="99630"/>
                        <a14:backgroundMark x1="10833" y1="94074" x2="13229" y2="99074"/>
                        <a14:backgroundMark x1="13750" y1="91852" x2="14375" y2="98704"/>
                        <a14:backgroundMark x1="18542" y1="99815" x2="23958" y2="98889"/>
                        <a14:backgroundMark x1="23958" y1="98889" x2="23958" y2="9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06" r="20780"/>
          <a:stretch/>
        </p:blipFill>
        <p:spPr>
          <a:xfrm>
            <a:off x="171450" y="0"/>
            <a:ext cx="94869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728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AB2B083-3066-4F0F-B8D1-4BFFE9FC6C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5741" l="7344" r="90000">
                        <a14:foregroundMark x1="52812" y1="25556" x2="69323" y2="38333"/>
                        <a14:foregroundMark x1="69323" y1="38333" x2="53490" y2="67963"/>
                        <a14:foregroundMark x1="53490" y1="67963" x2="51250" y2="86296"/>
                        <a14:foregroundMark x1="51250" y1="86296" x2="54896" y2="94259"/>
                        <a14:foregroundMark x1="54896" y1="94259" x2="36094" y2="95833"/>
                        <a14:foregroundMark x1="7344" y1="87778" x2="14323" y2="83611"/>
                        <a14:foregroundMark x1="14323" y1="83611" x2="21354" y2="89815"/>
                        <a14:foregroundMark x1="21354" y1="89815" x2="21719" y2="95278"/>
                        <a14:foregroundMark x1="50000" y1="26944" x2="53385" y2="21481"/>
                        <a14:foregroundMark x1="53385" y1="21481" x2="53490" y2="21389"/>
                        <a14:foregroundMark x1="21042" y1="78889" x2="21458" y2="80370"/>
                        <a14:backgroundMark x1="27656" y1="38333" x2="41979" y2="18241"/>
                        <a14:backgroundMark x1="41979" y1="18241" x2="67708" y2="16574"/>
                        <a14:backgroundMark x1="67708" y1="16574" x2="72031" y2="28611"/>
                        <a14:backgroundMark x1="3125" y1="61667" x2="13646" y2="59537"/>
                        <a14:backgroundMark x1="13646" y1="59537" x2="24167" y2="33981"/>
                        <a14:backgroundMark x1="24167" y1="33981" x2="21927" y2="10370"/>
                        <a14:backgroundMark x1="21927" y1="10370" x2="10729" y2="7870"/>
                        <a14:backgroundMark x1="10729" y1="7870" x2="4115" y2="40926"/>
                        <a14:backgroundMark x1="4115" y1="40926" x2="8125" y2="55278"/>
                        <a14:backgroundMark x1="11250" y1="98889" x2="13229" y2="99630"/>
                        <a14:backgroundMark x1="10833" y1="94074" x2="13229" y2="99074"/>
                        <a14:backgroundMark x1="13750" y1="91852" x2="14375" y2="98704"/>
                        <a14:backgroundMark x1="18542" y1="99815" x2="23958" y2="98889"/>
                        <a14:backgroundMark x1="23958" y1="98889" x2="23958" y2="9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220" r="22091" b="2992"/>
          <a:stretch/>
        </p:blipFill>
        <p:spPr>
          <a:xfrm>
            <a:off x="2373922" y="11720"/>
            <a:ext cx="7277099" cy="665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28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9C8DF13-06AD-49C6-B802-DA68285ED6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7685" l="4948" r="90000">
                        <a14:foregroundMark x1="51615" y1="27407" x2="50781" y2="25093"/>
                        <a14:foregroundMark x1="39948" y1="87963" x2="49115" y2="94074"/>
                        <a14:foregroundMark x1="49115" y1="94074" x2="57656" y2="93889"/>
                        <a14:foregroundMark x1="57656" y1="93889" x2="58438" y2="89259"/>
                        <a14:foregroundMark x1="26354" y1="47407" x2="26198" y2="49907"/>
                        <a14:foregroundMark x1="22760" y1="50833" x2="23698" y2="55000"/>
                        <a14:foregroundMark x1="21667" y1="58889" x2="22031" y2="60185"/>
                        <a14:foregroundMark x1="26667" y1="63056" x2="29063" y2="70000"/>
                        <a14:foregroundMark x1="25573" y1="61574" x2="25885" y2="62963"/>
                        <a14:foregroundMark x1="26667" y1="64907" x2="28229" y2="68796"/>
                        <a14:foregroundMark x1="29010" y1="70741" x2="30260" y2="72222"/>
                        <a14:foregroundMark x1="30469" y1="72778" x2="31510" y2="74630"/>
                        <a14:foregroundMark x1="31719" y1="75185" x2="32760" y2="75463"/>
                        <a14:foregroundMark x1="16406" y1="82222" x2="20260" y2="87500"/>
                        <a14:foregroundMark x1="24063" y1="95278" x2="22188" y2="89074"/>
                        <a14:foregroundMark x1="22188" y1="89074" x2="15156" y2="81574"/>
                        <a14:foregroundMark x1="15156" y1="81574" x2="9167" y2="84630"/>
                        <a14:foregroundMark x1="9167" y1="84630" x2="7448" y2="91852"/>
                        <a14:foregroundMark x1="7448" y1="91852" x2="7292" y2="95463"/>
                        <a14:foregroundMark x1="7656" y1="82685" x2="4948" y2="94722"/>
                        <a14:foregroundMark x1="4948" y1="94722" x2="7187" y2="96944"/>
                        <a14:foregroundMark x1="19479" y1="79167" x2="25104" y2="96389"/>
                        <a14:foregroundMark x1="16979" y1="77222" x2="20729" y2="80463"/>
                        <a14:foregroundMark x1="20729" y1="80463" x2="21406" y2="82500"/>
                        <a14:foregroundMark x1="22656" y1="97407" x2="24531" y2="976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32" r="20780" b="2820"/>
          <a:stretch/>
        </p:blipFill>
        <p:spPr>
          <a:xfrm>
            <a:off x="2381250" y="0"/>
            <a:ext cx="7277099" cy="666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68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3D92951-6939-4E8A-8162-FB65E97AA6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9923" b="72128" l="22814" r="77818">
                        <a14:foregroundMark x1="64074" y1="55500" x2="64321" y2="55750"/>
                        <a14:backgroundMark x1="49877" y1="67333" x2="50247" y2="67417"/>
                        <a14:backgroundMark x1="45802" y1="67833" x2="48025" y2="67750"/>
                        <a14:backgroundMark x1="56914" y1="64833" x2="56790" y2="65167"/>
                        <a14:backgroundMark x1="57037" y1="64667" x2="56667" y2="65750"/>
                        <a14:backgroundMark x1="49259" y1="43417" x2="48148" y2="43833"/>
                        <a14:backgroundMark x1="42346" y1="56750" x2="42469" y2="56750"/>
                        <a14:backgroundMark x1="43580" y1="57583" x2="43580" y2="57500"/>
                        <a14:backgroundMark x1="45185" y1="57333" x2="45062" y2="57250"/>
                        <a14:backgroundMark x1="44815" y1="57083" x2="44815" y2="57250"/>
                        <a14:backgroundMark x1="43704" y1="57333" x2="43580" y2="57583"/>
                        <a14:backgroundMark x1="43951" y1="54417" x2="43951" y2="54583"/>
                        <a14:backgroundMark x1="44321" y1="53833" x2="44444" y2="53667"/>
                        <a14:backgroundMark x1="46049" y1="52583" x2="46420" y2="52667"/>
                        <a14:backgroundMark x1="46667" y1="52583" x2="46914" y2="52583"/>
                        <a14:backgroundMark x1="57654" y1="51417" x2="57778" y2="51500"/>
                        <a14:backgroundMark x1="58025" y1="51667" x2="59383" y2="51750"/>
                        <a14:backgroundMark x1="60000" y1="52000" x2="59753" y2="51833"/>
                        <a14:backgroundMark x1="62099" y1="56417" x2="62099" y2="56417"/>
                        <a14:backgroundMark x1="64568" y1="55333" x2="64568" y2="55417"/>
                        <a14:backgroundMark x1="64444" y1="54333" x2="64568" y2="544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939" t="35897" r="15306" b="23847"/>
          <a:stretch/>
        </p:blipFill>
        <p:spPr>
          <a:xfrm>
            <a:off x="3763107" y="1293586"/>
            <a:ext cx="4923692" cy="427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94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E02E6BD-BF6C-4318-9DCB-93C7CA8223E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48" y="0"/>
            <a:ext cx="462915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B9E7C94-94F3-4782-9321-13898D54831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434" y="0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162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와이드스크린</PresentationFormat>
  <Paragraphs>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TJ-BU-708-P07</dc:creator>
  <cp:lastModifiedBy>TJ-BU-708-P07</cp:lastModifiedBy>
  <cp:revision>4</cp:revision>
  <dcterms:created xsi:type="dcterms:W3CDTF">2026-03-10T05:58:54Z</dcterms:created>
  <dcterms:modified xsi:type="dcterms:W3CDTF">2026-03-10T07:52:43Z</dcterms:modified>
</cp:coreProperties>
</file>